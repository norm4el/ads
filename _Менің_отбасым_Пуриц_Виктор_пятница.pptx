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571500"/>
            <a:ext cx="1181100" cy="352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5248275"/>
            <a:ext cx="5310187" cy="1038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5248275"/>
            <a:ext cx="5310187" cy="1038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50" y="2528887"/>
            <a:ext cx="90011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sz="4500" b="0" i="0" u="none" dirty="0">
                <a:solidFill>
                  <a:srgbClr val="FFFFFF"/>
                </a:solidFill>
                <a:latin typeface="Montserrat Black"/>
              </a:rPr>
              <a:t>СӨЖ-3 «</a:t>
            </a:r>
            <a:r>
              <a:rPr sz="4500" b="0" i="0" u="none" dirty="0" err="1">
                <a:solidFill>
                  <a:srgbClr val="FFFFFF"/>
                </a:solidFill>
                <a:latin typeface="Montserrat Black"/>
              </a:rPr>
              <a:t>Менің</a:t>
            </a:r>
            <a:r>
              <a:rPr sz="4500" b="0" i="0" u="none" dirty="0">
                <a:solidFill>
                  <a:srgbClr val="FFFFFF"/>
                </a:solidFill>
                <a:latin typeface="Montserrat Black"/>
              </a:rPr>
              <a:t> </a:t>
            </a:r>
            <a:r>
              <a:rPr sz="4500" b="0" i="0" u="none" dirty="0" err="1">
                <a:solidFill>
                  <a:srgbClr val="FFFFFF"/>
                </a:solidFill>
                <a:latin typeface="Montserrat Black"/>
              </a:rPr>
              <a:t>отбасым</a:t>
            </a:r>
            <a:r>
              <a:rPr sz="4500" b="0" i="0" u="none" dirty="0">
                <a:solidFill>
                  <a:srgbClr val="FFFFFF"/>
                </a:solidFill>
                <a:latin typeface="Montserrat Black"/>
              </a:rPr>
              <a:t>»</a:t>
            </a:r>
            <a:endParaRPr sz="4500" b="0" i="0" u="none" dirty="0">
              <a:solidFill>
                <a:srgbClr val="FFFFFF"/>
              </a:solidFill>
              <a:latin typeface="Montserrat Black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6750" y="3348037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CBD5E1"/>
                </a:solidFill>
                <a:latin typeface="Plus Jakarta Sans Medium"/>
              </a:rPr>
              <a:t>Презентация қорғау</a:t>
            </a:r>
            <a:endParaRPr sz="1800" b="0" i="0" u="none">
              <a:solidFill>
                <a:srgbClr val="CBD5E1"/>
              </a:solidFill>
              <a:latin typeface="Plus Jakarta Sans Medium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671512"/>
            <a:ext cx="200025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648325"/>
            <a:ext cx="50556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Акбаева Анар Мейрхановна</a:t>
            </a:r>
            <a:endParaRPr sz="135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5915025"/>
            <a:ext cx="481488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Ассистент профессор п.ғ.к.</a:t>
            </a:r>
            <a:endParaRPr sz="105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62712" y="5648325"/>
            <a:ext cx="50556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Пуриц Виктор Анатольевич</a:t>
            </a:r>
            <a:endParaRPr sz="135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62712" y="5915025"/>
            <a:ext cx="4814887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050" dirty="0">
                <a:solidFill>
                  <a:srgbClr val="94A3B8"/>
                </a:solidFill>
                <a:latin typeface="Plus Jakarta Sans"/>
              </a:rPr>
              <a:t>2 </a:t>
            </a:r>
            <a:r>
              <a:rPr sz="1050" b="0" i="0" u="none" dirty="0" err="1">
                <a:solidFill>
                  <a:srgbClr val="94A3B8"/>
                </a:solidFill>
                <a:latin typeface="Plus Jakarta Sans"/>
              </a:rPr>
              <a:t>курс</a:t>
            </a:r>
            <a:r>
              <a:rPr sz="1050" b="0" i="0" u="none" dirty="0">
                <a:solidFill>
                  <a:srgbClr val="94A3B8"/>
                </a:solidFill>
                <a:latin typeface="Plus Jakarta Sans"/>
              </a:rPr>
              <a:t> | </a:t>
            </a:r>
            <a:r>
              <a:rPr sz="1050" b="0" i="0" u="none" dirty="0" err="1">
                <a:solidFill>
                  <a:srgbClr val="94A3B8"/>
                </a:solidFill>
                <a:latin typeface="Plus Jakarta Sans"/>
              </a:rPr>
              <a:t>Автомат</a:t>
            </a:r>
            <a:r>
              <a:rPr lang="ru-RU" sz="1050" b="0" i="0" u="none" dirty="0">
                <a:solidFill>
                  <a:srgbClr val="94A3B8"/>
                </a:solidFill>
                <a:latin typeface="Plus Jakarta Sans"/>
              </a:rPr>
              <a:t>тандыру</a:t>
            </a:r>
            <a:r>
              <a:rPr sz="10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94A3B8"/>
                </a:solidFill>
                <a:latin typeface="Plus Jakarta Sans"/>
              </a:rPr>
              <a:t>және</a:t>
            </a:r>
            <a:r>
              <a:rPr sz="10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94A3B8"/>
                </a:solidFill>
                <a:latin typeface="Plus Jakarta Sans"/>
              </a:rPr>
              <a:t>басқару</a:t>
            </a:r>
            <a:endParaRPr sz="1050" b="0" i="0" u="none" dirty="0">
              <a:solidFill>
                <a:srgbClr val="94A3B8"/>
              </a:solidFill>
              <a:latin typeface="Plus Jakarta Sans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0155" y="1587695"/>
            <a:ext cx="2928271" cy="29282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2257425"/>
            <a:ext cx="5788818" cy="8953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3324225"/>
            <a:ext cx="5788818" cy="895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4391025"/>
            <a:ext cx="5788818" cy="895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068" y="5295900"/>
            <a:ext cx="1835794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125" y="523875"/>
            <a:ext cx="11501437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0" i="0" u="none" dirty="0" err="1">
                <a:solidFill>
                  <a:srgbClr val="0E1726"/>
                </a:solidFill>
                <a:latin typeface="Montserrat ExtraBold"/>
              </a:rPr>
              <a:t>Өзім</a:t>
            </a:r>
            <a:r>
              <a:rPr sz="2850" b="0" i="0" u="none" dirty="0">
                <a:solidFill>
                  <a:srgbClr val="0E1726"/>
                </a:solidFill>
                <a:latin typeface="Montserrat ExtraBold"/>
              </a:rPr>
              <a:t> </a:t>
            </a:r>
            <a:r>
              <a:rPr sz="2850" b="0" i="0" u="none" dirty="0" err="1">
                <a:solidFill>
                  <a:srgbClr val="0E1726"/>
                </a:solidFill>
                <a:latin typeface="Montserrat ExtraBold"/>
              </a:rPr>
              <a:t>туралы</a:t>
            </a:r>
            <a:r>
              <a:rPr sz="2850" b="0" i="0" u="none" dirty="0">
                <a:solidFill>
                  <a:srgbClr val="0E1726"/>
                </a:solidFill>
                <a:latin typeface="Montserrat ExtraBold"/>
              </a:rPr>
              <a:t> </a:t>
            </a:r>
            <a:r>
              <a:rPr sz="2850" b="0" i="0" u="none" dirty="0" err="1">
                <a:solidFill>
                  <a:srgbClr val="0E1726"/>
                </a:solidFill>
                <a:latin typeface="Montserrat ExtraBold"/>
              </a:rPr>
              <a:t>қысқаша</a:t>
            </a:r>
            <a:endParaRPr sz="2850" b="0" i="0" u="none" dirty="0">
              <a:solidFill>
                <a:srgbClr val="0E1726"/>
              </a:solidFill>
              <a:latin typeface="Montserrat ExtraBold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457450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524250"/>
            <a:ext cx="495300" cy="49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4591050"/>
            <a:ext cx="495300" cy="495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6568" y="1676400"/>
            <a:ext cx="4736306" cy="419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43050" y="2490787"/>
            <a:ext cx="200181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ontserrat"/>
              </a:rPr>
              <a:t>Аты-жөнім</a:t>
            </a:r>
            <a:endParaRPr sz="135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43050" y="2719387"/>
            <a:ext cx="190648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Пуриц Виктор Анатольевич</a:t>
            </a:r>
            <a:endParaRPr sz="120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43050" y="3557587"/>
            <a:ext cx="3029909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ontserrat"/>
              </a:rPr>
              <a:t>Туған жылым мен жасым</a:t>
            </a:r>
            <a:endParaRPr sz="135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43050" y="3786187"/>
            <a:ext cx="288562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2008 жылы туғанмын, қазір 18 жастамын</a:t>
            </a:r>
            <a:endParaRPr sz="120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43050" y="4624387"/>
            <a:ext cx="468277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ontserrat"/>
              </a:rPr>
              <a:t>Туған және білім алатын қалам</a:t>
            </a:r>
            <a:endParaRPr sz="135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43050" y="4852987"/>
            <a:ext cx="445978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Сүйікті әрі әсем Алматы қаласында тұрамын және білім аламын</a:t>
            </a:r>
            <a:endParaRPr sz="1200" b="0" i="0" u="none">
              <a:solidFill>
                <a:srgbClr val="64748B"/>
              </a:solidFill>
              <a:latin typeface="Plus Jakarta Sans"/>
            </a:endParaRP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7093" y="5419725"/>
            <a:ext cx="10477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2571750"/>
            <a:ext cx="5381625" cy="1104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6601" y="2571750"/>
            <a:ext cx="5381625" cy="1104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3867150"/>
            <a:ext cx="5381625" cy="1104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3867150"/>
            <a:ext cx="5381625" cy="1104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125" y="523875"/>
            <a:ext cx="11501437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0" i="0" u="none">
                <a:solidFill>
                  <a:srgbClr val="0E1726"/>
                </a:solidFill>
                <a:latin typeface="Montserrat ExtraBold"/>
              </a:rPr>
              <a:t>Отбасымның құрамы</a:t>
            </a:r>
            <a:endParaRPr sz="2850" b="0" i="0" u="none">
              <a:solidFill>
                <a:srgbClr val="0E1726"/>
              </a:solidFill>
              <a:latin typeface="Montserrat ExtraBold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790825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2790825"/>
            <a:ext cx="533400" cy="533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4086225"/>
            <a:ext cx="533400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4086225"/>
            <a:ext cx="533400" cy="533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00200" y="2790825"/>
            <a:ext cx="435054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Montserrat"/>
              </a:rPr>
              <a:t>Әкем</a:t>
            </a:r>
            <a:r>
              <a:rPr sz="1500" b="1" i="0" u="none" dirty="0">
                <a:solidFill>
                  <a:srgbClr val="0F172A"/>
                </a:solidFill>
                <a:latin typeface="Montserrat"/>
              </a:rPr>
              <a:t> </a:t>
            </a:r>
            <a:r>
              <a:rPr lang="ru-RU" sz="1500" b="1" i="0" u="none" dirty="0">
                <a:solidFill>
                  <a:srgbClr val="0F172A"/>
                </a:solidFill>
                <a:latin typeface="Montserrat"/>
              </a:rPr>
              <a:t>-</a:t>
            </a:r>
            <a:r>
              <a:rPr sz="1500" b="1" i="0" u="none" dirty="0">
                <a:solidFill>
                  <a:srgbClr val="0F172A"/>
                </a:solidFill>
                <a:latin typeface="Montserrat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Montserrat"/>
              </a:rPr>
              <a:t>Анатолий</a:t>
            </a:r>
            <a:endParaRPr sz="1500" b="1" i="0" u="none" dirty="0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00200" y="3057525"/>
            <a:ext cx="4143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Отбасымыздың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тиянағы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мен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сенімді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тірегі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,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әрдайым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бізге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қамқор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.</a:t>
            </a:r>
            <a:endParaRPr sz="1125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72325" y="2790825"/>
            <a:ext cx="368639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Montserrat"/>
              </a:rPr>
              <a:t>Анам</a:t>
            </a:r>
            <a:r>
              <a:rPr sz="1500" b="1" i="0" u="none" dirty="0">
                <a:solidFill>
                  <a:srgbClr val="0F172A"/>
                </a:solidFill>
                <a:latin typeface="Montserrat"/>
              </a:rPr>
              <a:t> </a:t>
            </a:r>
            <a:r>
              <a:rPr lang="ru-RU" sz="1500" b="1" dirty="0">
                <a:solidFill>
                  <a:srgbClr val="0F172A"/>
                </a:solidFill>
                <a:latin typeface="Montserrat"/>
              </a:rPr>
              <a:t>-</a:t>
            </a:r>
            <a:r>
              <a:rPr sz="1500" b="1" i="0" u="none" dirty="0">
                <a:solidFill>
                  <a:srgbClr val="0F172A"/>
                </a:solidFill>
                <a:latin typeface="Montserrat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Montserrat"/>
              </a:rPr>
              <a:t>Ирина</a:t>
            </a:r>
            <a:endParaRPr sz="1500" b="1" i="0" u="none" dirty="0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72325" y="3057525"/>
            <a:ext cx="351085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Өте мейірімді, жылы жүректі және ашық қамқор адам.</a:t>
            </a:r>
            <a:endParaRPr sz="112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00200" y="4086225"/>
            <a:ext cx="435054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Montserrat"/>
              </a:rPr>
              <a:t>Екі әпкем</a:t>
            </a:r>
            <a:endParaRPr sz="15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00200" y="4352925"/>
            <a:ext cx="4143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Маған кез келген жағдайда әрдайым көмектесіп, қолдау көрсетеді.</a:t>
            </a:r>
            <a:endParaRPr sz="112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72325" y="4086225"/>
            <a:ext cx="435054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Montserrat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Montserrat"/>
              </a:rPr>
              <a:t>Әжем</a:t>
            </a:r>
            <a:endParaRPr sz="1500" b="1" i="0" u="none" dirty="0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72325" y="4352925"/>
            <a:ext cx="41433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 err="1"/>
              <a:t>Сүйікті</a:t>
            </a:r>
            <a:r>
              <a:rPr lang="en-US" sz="1200" dirty="0"/>
              <a:t> </a:t>
            </a:r>
            <a:r>
              <a:rPr lang="en-US" sz="1200" dirty="0" err="1"/>
              <a:t>әжем</a:t>
            </a:r>
            <a:r>
              <a:rPr lang="en-US" sz="1200" dirty="0"/>
              <a:t> </a:t>
            </a:r>
            <a:r>
              <a:rPr lang="en-US" sz="1200" dirty="0" err="1"/>
              <a:t>бізге</a:t>
            </a:r>
            <a:r>
              <a:rPr lang="en-US" sz="1200" dirty="0"/>
              <a:t> </a:t>
            </a:r>
            <a:r>
              <a:rPr lang="en-US" sz="1200" dirty="0" err="1"/>
              <a:t>әрдайым</a:t>
            </a:r>
            <a:r>
              <a:rPr lang="en-US" sz="1200" dirty="0"/>
              <a:t> </a:t>
            </a:r>
            <a:r>
              <a:rPr lang="en-US" sz="1200" dirty="0" err="1"/>
              <a:t>бағалы</a:t>
            </a:r>
            <a:r>
              <a:rPr lang="en-US" sz="1200" dirty="0"/>
              <a:t> </a:t>
            </a:r>
            <a:r>
              <a:rPr lang="en-US" sz="1200" dirty="0" err="1"/>
              <a:t>ақыл-кеңес</a:t>
            </a:r>
            <a:r>
              <a:rPr lang="en-US" sz="1200" dirty="0"/>
              <a:t> </a:t>
            </a:r>
            <a:r>
              <a:rPr lang="en-US" sz="1200" dirty="0" err="1"/>
              <a:t>береді</a:t>
            </a:r>
            <a:r>
              <a:rPr lang="en-US" sz="1200" dirty="0"/>
              <a:t>.</a:t>
            </a:r>
            <a:endParaRPr sz="1125" b="0" i="0" u="none" dirty="0">
              <a:solidFill>
                <a:srgbClr val="64748B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2221706"/>
            <a:ext cx="5788818" cy="93821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3302793"/>
            <a:ext cx="5788818" cy="938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4383881"/>
            <a:ext cx="5788818" cy="938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125" y="523875"/>
            <a:ext cx="11501437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0" i="0" u="none" dirty="0" err="1">
                <a:solidFill>
                  <a:srgbClr val="0E1726"/>
                </a:solidFill>
                <a:latin typeface="Montserrat ExtraBold"/>
              </a:rPr>
              <a:t>Отбасылық</a:t>
            </a:r>
            <a:r>
              <a:rPr sz="2850" b="0" i="0" u="none" dirty="0">
                <a:solidFill>
                  <a:srgbClr val="0E1726"/>
                </a:solidFill>
                <a:latin typeface="Montserrat ExtraBold"/>
              </a:rPr>
              <a:t> </a:t>
            </a:r>
            <a:r>
              <a:rPr sz="2850" b="0" i="0" u="none" dirty="0" err="1">
                <a:solidFill>
                  <a:srgbClr val="0E1726"/>
                </a:solidFill>
                <a:latin typeface="Montserrat ExtraBold"/>
              </a:rPr>
              <a:t>дәстүрлер</a:t>
            </a:r>
            <a:r>
              <a:rPr sz="2850" b="0" i="0" u="none" dirty="0">
                <a:solidFill>
                  <a:srgbClr val="0E1726"/>
                </a:solidFill>
                <a:latin typeface="Montserrat ExtraBold"/>
              </a:rPr>
              <a:t> </a:t>
            </a:r>
            <a:r>
              <a:rPr sz="2850" b="0" i="0" u="none" dirty="0" err="1">
                <a:solidFill>
                  <a:srgbClr val="0E1726"/>
                </a:solidFill>
                <a:latin typeface="Montserrat ExtraBold"/>
              </a:rPr>
              <a:t>мен</a:t>
            </a:r>
            <a:r>
              <a:rPr sz="2850" b="0" i="0" u="none" dirty="0">
                <a:solidFill>
                  <a:srgbClr val="0E1726"/>
                </a:solidFill>
                <a:latin typeface="Montserrat ExtraBold"/>
              </a:rPr>
              <a:t> </a:t>
            </a:r>
            <a:r>
              <a:rPr sz="2850" b="0" i="0" u="none" dirty="0" err="1">
                <a:solidFill>
                  <a:srgbClr val="0E1726"/>
                </a:solidFill>
                <a:latin typeface="Montserrat ExtraBold"/>
              </a:rPr>
              <a:t>бос</a:t>
            </a:r>
            <a:r>
              <a:rPr sz="2850" b="0" i="0" u="none" dirty="0">
                <a:solidFill>
                  <a:srgbClr val="0E1726"/>
                </a:solidFill>
                <a:latin typeface="Montserrat ExtraBold"/>
              </a:rPr>
              <a:t> </a:t>
            </a:r>
            <a:r>
              <a:rPr sz="2850" b="0" i="0" u="none" dirty="0" err="1">
                <a:solidFill>
                  <a:srgbClr val="0E1726"/>
                </a:solidFill>
                <a:latin typeface="Montserrat ExtraBold"/>
              </a:rPr>
              <a:t>уақыт</a:t>
            </a:r>
            <a:endParaRPr sz="2850" b="0" i="0" u="none" dirty="0">
              <a:solidFill>
                <a:srgbClr val="0E1726"/>
              </a:solidFill>
              <a:latin typeface="Montserrat Extra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8650" y="2662237"/>
            <a:ext cx="5769768" cy="57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421731"/>
            <a:ext cx="2780347" cy="228600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Montserrat"/>
              </a:rPr>
              <a:t>Ынтымақ пен татулық</a:t>
            </a:r>
            <a:endParaRPr sz="15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7250" y="2745581"/>
            <a:ext cx="4103489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Біздің отбасымыз өте ынтымақты, тату және ауызбіршілігі мол.</a:t>
            </a:r>
            <a:endParaRPr sz="112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8650" y="3743325"/>
            <a:ext cx="5769768" cy="57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250" y="3502818"/>
            <a:ext cx="3810476" cy="228600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Montserrat"/>
              </a:rPr>
              <a:t>Кешкі фильмдер мен әңгімелер</a:t>
            </a:r>
            <a:endParaRPr sz="15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7250" y="3826668"/>
            <a:ext cx="5009554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Бос уақытымызда бәріміз бірге кешкісін фильмдер көреміз және сөйлесеміз.</a:t>
            </a:r>
            <a:endParaRPr sz="112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8650" y="4824412"/>
            <a:ext cx="5769768" cy="57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50" y="4583906"/>
            <a:ext cx="2620327" cy="22860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Montserrat"/>
              </a:rPr>
              <a:t>Алматыда серуендеу</a:t>
            </a:r>
            <a:endParaRPr sz="15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7250" y="4907756"/>
            <a:ext cx="4311848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Алматының әдемі жерлерінде серуендеп, уақытты бірге өткіземіз.</a:t>
            </a:r>
            <a:endParaRPr sz="1125" b="0" i="0" u="none">
              <a:solidFill>
                <a:srgbClr val="64748B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8242" y="575134"/>
            <a:ext cx="11501437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3200" b="1" dirty="0" err="1"/>
              <a:t>Отбасылық</a:t>
            </a:r>
            <a:r>
              <a:rPr lang="en-US" sz="3200" b="1" dirty="0"/>
              <a:t> </a:t>
            </a:r>
            <a:r>
              <a:rPr lang="en-US" sz="3200" b="1" dirty="0" err="1"/>
              <a:t>дәстүрлер</a:t>
            </a:r>
            <a:endParaRPr sz="2850" b="1" i="0" u="none" dirty="0">
              <a:solidFill>
                <a:srgbClr val="0E1726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9123" y="2967037"/>
            <a:ext cx="109537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9123" y="3729037"/>
            <a:ext cx="109537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3" y="3729037"/>
            <a:ext cx="109537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7798" y="1382644"/>
            <a:ext cx="79473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 err="1"/>
              <a:t>Жаңа</a:t>
            </a:r>
            <a:r>
              <a:rPr lang="en-US" b="1" dirty="0"/>
              <a:t> </a:t>
            </a:r>
            <a:r>
              <a:rPr lang="en-US" b="1" dirty="0" err="1"/>
              <a:t>жылды</a:t>
            </a:r>
            <a:r>
              <a:rPr lang="en-US" b="1" dirty="0"/>
              <a:t> </a:t>
            </a:r>
            <a:r>
              <a:rPr lang="en-US" b="1" dirty="0" err="1"/>
              <a:t>бірге</a:t>
            </a:r>
            <a:r>
              <a:rPr lang="en-US" b="1" dirty="0"/>
              <a:t> </a:t>
            </a:r>
            <a:r>
              <a:rPr lang="en-US" b="1" dirty="0" err="1"/>
              <a:t>қарсы</a:t>
            </a:r>
            <a:r>
              <a:rPr lang="en-US" b="1" dirty="0"/>
              <a:t> </a:t>
            </a:r>
            <a:r>
              <a:rPr lang="en-US" b="1" dirty="0" err="1"/>
              <a:t>алу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Біз</a:t>
            </a:r>
            <a:r>
              <a:rPr lang="en-US" dirty="0"/>
              <a:t> </a:t>
            </a:r>
            <a:r>
              <a:rPr lang="en-US" dirty="0" err="1"/>
              <a:t>жыл</a:t>
            </a:r>
            <a:r>
              <a:rPr lang="en-US" dirty="0"/>
              <a:t> </a:t>
            </a:r>
            <a:r>
              <a:rPr lang="en-US" dirty="0" err="1"/>
              <a:t>сайын</a:t>
            </a:r>
            <a:r>
              <a:rPr lang="en-US" dirty="0"/>
              <a:t> </a:t>
            </a:r>
            <a:r>
              <a:rPr lang="en-US" dirty="0" err="1"/>
              <a:t>Жаңа</a:t>
            </a:r>
            <a:r>
              <a:rPr lang="en-US" dirty="0"/>
              <a:t> </a:t>
            </a:r>
            <a:r>
              <a:rPr lang="en-US" dirty="0" err="1"/>
              <a:t>жыл</a:t>
            </a:r>
            <a:r>
              <a:rPr lang="en-US" dirty="0"/>
              <a:t> </a:t>
            </a:r>
            <a:r>
              <a:rPr lang="en-US" dirty="0" err="1"/>
              <a:t>мерекесін</a:t>
            </a:r>
            <a:r>
              <a:rPr lang="en-US" dirty="0"/>
              <a:t> </a:t>
            </a:r>
            <a:r>
              <a:rPr lang="en-US" dirty="0" err="1"/>
              <a:t>міндетті</a:t>
            </a:r>
            <a:r>
              <a:rPr lang="en-US" dirty="0"/>
              <a:t> </a:t>
            </a:r>
            <a:r>
              <a:rPr lang="en-US" dirty="0" err="1"/>
              <a:t>түрде</a:t>
            </a:r>
            <a:r>
              <a:rPr lang="en-US" dirty="0"/>
              <a:t> </a:t>
            </a:r>
            <a:r>
              <a:rPr lang="en-US" dirty="0" err="1"/>
              <a:t>бір</a:t>
            </a:r>
            <a:r>
              <a:rPr lang="en-US" dirty="0"/>
              <a:t> </a:t>
            </a:r>
            <a:r>
              <a:rPr lang="en-US" dirty="0" err="1"/>
              <a:t>дастарқан</a:t>
            </a:r>
            <a:r>
              <a:rPr lang="en-US" dirty="0"/>
              <a:t> </a:t>
            </a:r>
            <a:r>
              <a:rPr lang="en-US" dirty="0" err="1"/>
              <a:t>басында</a:t>
            </a:r>
            <a:r>
              <a:rPr lang="en-US" dirty="0"/>
              <a:t>, </a:t>
            </a:r>
            <a:r>
              <a:rPr lang="en-US" dirty="0" err="1"/>
              <a:t>отбасымызбен</a:t>
            </a:r>
            <a:r>
              <a:rPr lang="en-US" dirty="0"/>
              <a:t> </a:t>
            </a:r>
            <a:r>
              <a:rPr lang="en-US" dirty="0" err="1"/>
              <a:t>бірге</a:t>
            </a:r>
            <a:r>
              <a:rPr lang="en-US" dirty="0"/>
              <a:t> </a:t>
            </a:r>
            <a:r>
              <a:rPr lang="en-US" dirty="0" err="1"/>
              <a:t>қарсы</a:t>
            </a:r>
            <a:r>
              <a:rPr lang="en-US" dirty="0"/>
              <a:t> </a:t>
            </a:r>
            <a:r>
              <a:rPr lang="en-US" dirty="0" err="1"/>
              <a:t>аламыз</a:t>
            </a:r>
            <a:r>
              <a:rPr lang="en-US" dirty="0"/>
              <a:t>.</a:t>
            </a:r>
            <a:endParaRPr lang="en-US" dirty="0"/>
          </a:p>
          <a:p>
            <a:pPr lvl="0"/>
            <a:r>
              <a:rPr lang="en-US" b="1" dirty="0" err="1"/>
              <a:t>Жолға</a:t>
            </a:r>
            <a:r>
              <a:rPr lang="en-US" b="1" dirty="0"/>
              <a:t> </a:t>
            </a:r>
            <a:r>
              <a:rPr lang="en-US" b="1" dirty="0" err="1"/>
              <a:t>шығар</a:t>
            </a:r>
            <a:r>
              <a:rPr lang="en-US" b="1" dirty="0"/>
              <a:t> </a:t>
            </a:r>
            <a:r>
              <a:rPr lang="en-US" b="1" dirty="0" err="1"/>
              <a:t>алдында</a:t>
            </a:r>
            <a:r>
              <a:rPr lang="en-US" b="1" dirty="0"/>
              <a:t> </a:t>
            </a:r>
            <a:r>
              <a:rPr lang="en-US" b="1" dirty="0" err="1"/>
              <a:t>отыру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Ұзақ</a:t>
            </a:r>
            <a:r>
              <a:rPr lang="en-US" dirty="0"/>
              <a:t> </a:t>
            </a:r>
            <a:r>
              <a:rPr lang="en-US" dirty="0" err="1"/>
              <a:t>жолға</a:t>
            </a:r>
            <a:r>
              <a:rPr lang="en-US" dirty="0"/>
              <a:t> </a:t>
            </a:r>
            <a:r>
              <a:rPr lang="en-US" dirty="0" err="1"/>
              <a:t>шығар</a:t>
            </a:r>
            <a:r>
              <a:rPr lang="en-US" dirty="0"/>
              <a:t> </a:t>
            </a:r>
            <a:r>
              <a:rPr lang="en-US" dirty="0" err="1"/>
              <a:t>алдында</a:t>
            </a:r>
            <a:r>
              <a:rPr lang="en-US" dirty="0"/>
              <a:t> </a:t>
            </a:r>
            <a:r>
              <a:rPr lang="en-US" dirty="0" err="1"/>
              <a:t>бәріміз</a:t>
            </a:r>
            <a:r>
              <a:rPr lang="en-US" dirty="0"/>
              <a:t> </a:t>
            </a:r>
            <a:r>
              <a:rPr lang="en-US" dirty="0" err="1"/>
              <a:t>бірге</a:t>
            </a:r>
            <a:r>
              <a:rPr lang="en-US" dirty="0"/>
              <a:t> «</a:t>
            </a:r>
            <a:r>
              <a:rPr lang="en-US" dirty="0" err="1"/>
              <a:t>жол</a:t>
            </a:r>
            <a:r>
              <a:rPr lang="en-US" dirty="0"/>
              <a:t> </a:t>
            </a:r>
            <a:r>
              <a:rPr lang="en-US" dirty="0" err="1"/>
              <a:t>болсын</a:t>
            </a:r>
            <a:r>
              <a:rPr lang="en-US" dirty="0"/>
              <a:t>» </a:t>
            </a:r>
            <a:r>
              <a:rPr lang="en-US" dirty="0" err="1"/>
              <a:t>деп</a:t>
            </a:r>
            <a:r>
              <a:rPr lang="en-US" dirty="0"/>
              <a:t> аз </a:t>
            </a:r>
            <a:r>
              <a:rPr lang="en-US" dirty="0" err="1"/>
              <a:t>сәт</a:t>
            </a:r>
            <a:r>
              <a:rPr lang="en-US" dirty="0"/>
              <a:t> </a:t>
            </a:r>
            <a:r>
              <a:rPr lang="en-US" dirty="0" err="1"/>
              <a:t>тыныш</a:t>
            </a:r>
            <a:r>
              <a:rPr lang="en-US" dirty="0"/>
              <a:t> </a:t>
            </a:r>
            <a:r>
              <a:rPr lang="en-US" dirty="0" err="1"/>
              <a:t>отырамыз</a:t>
            </a:r>
            <a:r>
              <a:rPr lang="en-US" dirty="0"/>
              <a:t>.</a:t>
            </a:r>
            <a:endParaRPr lang="en-US" dirty="0"/>
          </a:p>
          <a:p>
            <a:pPr lvl="0"/>
            <a:r>
              <a:rPr lang="en-US" b="1" dirty="0" err="1"/>
              <a:t>Ынтымақтастық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Бұл</a:t>
            </a:r>
            <a:r>
              <a:rPr lang="en-US" dirty="0"/>
              <a:t> </a:t>
            </a:r>
            <a:r>
              <a:rPr lang="en-US" dirty="0" err="1"/>
              <a:t>дәстүрлер</a:t>
            </a:r>
            <a:r>
              <a:rPr lang="en-US" dirty="0"/>
              <a:t> </a:t>
            </a:r>
            <a:r>
              <a:rPr lang="en-US" dirty="0" err="1"/>
              <a:t>отбасымыздың</a:t>
            </a:r>
            <a:r>
              <a:rPr lang="en-US" dirty="0"/>
              <a:t> </a:t>
            </a:r>
            <a:r>
              <a:rPr lang="en-US" dirty="0" err="1"/>
              <a:t>ауызбіршілігі</a:t>
            </a:r>
            <a:r>
              <a:rPr lang="en-US" dirty="0"/>
              <a:t> мен </a:t>
            </a:r>
            <a:r>
              <a:rPr lang="en-US" dirty="0" err="1"/>
              <a:t>сыйластығын</a:t>
            </a:r>
            <a:r>
              <a:rPr lang="en-US" dirty="0"/>
              <a:t> </a:t>
            </a:r>
            <a:r>
              <a:rPr lang="en-US" dirty="0" err="1"/>
              <a:t>арттырады</a:t>
            </a:r>
            <a:r>
              <a:rPr lang="en-US" dirty="0"/>
              <a:t>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71" y="1471037"/>
            <a:ext cx="10953750" cy="8191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0774" y="1752024"/>
            <a:ext cx="361045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 err="1">
                <a:solidFill>
                  <a:srgbClr val="FFFFFF"/>
                </a:solidFill>
                <a:latin typeface="Montserrat ExtraBold"/>
              </a:rPr>
              <a:t>Назарларыңызға</a:t>
            </a:r>
            <a:r>
              <a:rPr sz="1650" b="0" i="0" u="none" dirty="0">
                <a:solidFill>
                  <a:srgbClr val="FFFFFF"/>
                </a:solidFill>
                <a:latin typeface="Montserrat ExtraBold"/>
              </a:rPr>
              <a:t> </a:t>
            </a:r>
            <a:r>
              <a:rPr sz="1650" b="0" i="0" u="none" dirty="0" err="1">
                <a:solidFill>
                  <a:srgbClr val="FFFFFF"/>
                </a:solidFill>
                <a:latin typeface="Montserrat ExtraBold"/>
              </a:rPr>
              <a:t>көп</a:t>
            </a:r>
            <a:r>
              <a:rPr sz="1650" b="0" i="0" u="none" dirty="0">
                <a:solidFill>
                  <a:srgbClr val="FFFFFF"/>
                </a:solidFill>
                <a:latin typeface="Montserrat ExtraBold"/>
              </a:rPr>
              <a:t> </a:t>
            </a:r>
            <a:r>
              <a:rPr sz="1650" b="0" i="0" u="none" dirty="0" err="1">
                <a:solidFill>
                  <a:srgbClr val="FFFFFF"/>
                </a:solidFill>
                <a:latin typeface="Montserrat ExtraBold"/>
              </a:rPr>
              <a:t>рақмет</a:t>
            </a:r>
            <a:r>
              <a:rPr sz="1650" b="0" i="0" u="none" dirty="0">
                <a:solidFill>
                  <a:srgbClr val="FFFFFF"/>
                </a:solidFill>
                <a:latin typeface="Montserrat ExtraBold"/>
              </a:rPr>
              <a:t>!</a:t>
            </a:r>
            <a:endParaRPr sz="1650" b="0" i="0" u="none" dirty="0">
              <a:solidFill>
                <a:srgbClr val="FFFFFF"/>
              </a:solidFill>
              <a:latin typeface="Montserrat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1287</Words>
  <Application>WPS Presentation</Application>
  <PresentationFormat>Широкоэкранный</PresentationFormat>
  <Paragraphs>67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SimSun</vt:lpstr>
      <vt:lpstr>Wingdings</vt:lpstr>
      <vt:lpstr>Arial</vt:lpstr>
      <vt:lpstr>Montserrat Black</vt:lpstr>
      <vt:lpstr>Segoe Print</vt:lpstr>
      <vt:lpstr>Plus Jakarta Sans Medium</vt:lpstr>
      <vt:lpstr>Plus Jakarta Sans</vt:lpstr>
      <vt:lpstr>Montserrat ExtraBold</vt:lpstr>
      <vt:lpstr>Montserrat</vt:lpstr>
      <vt:lpstr>Britannic Bold</vt:lpstr>
      <vt:lpstr>Yu Gothic UI Semibold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VIKTOR FLOKONI</dc:creator>
  <dc:description>generated using python-pptx</dc:description>
  <cp:lastModifiedBy>ADILHAN</cp:lastModifiedBy>
  <cp:revision>4</cp:revision>
  <dcterms:created xsi:type="dcterms:W3CDTF">2013-01-27T09:14:00Z</dcterms:created>
  <dcterms:modified xsi:type="dcterms:W3CDTF">2026-09-18T04:27:08Z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8802EA2AEEB04FD8A81DC8BDB52B7632_13</vt:lpwstr>
  </property>
  <property fmtid="{D5CDD505-2E9C-101B-9397-08002B2CF9AE}" pid="3" name="KSOProductBuildVer">
    <vt:lpwstr>1049-12.1.0.28485</vt:lpwstr>
  </property>
</Properties>
</file>